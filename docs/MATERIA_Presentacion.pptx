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478A"/>
                </a:solidFill>
              </a:defRPr>
            </a:pPr>
            <a:r>
              <a:t>M.A.T.E.R.I.A.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7788"/>
                </a:solidFill>
              </a:defRPr>
            </a:pPr>
            <a:r>
              <a:t>Multi-Analytical Toroidal Engine for Recursive Intelligent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478A"/>
                </a:solidFill>
              </a:defRPr>
            </a:pPr>
            <a:r>
              <a:t>Documentación Maestra  —  v3.0.0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2026-06-15  |  Santiago, Chile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</a:defRPr>
            </a:pPr>
            <a:r>
              <a:t>MethodWhite  ·  M.A.T.E.R.I.A. Research  ·  Chile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478A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7788"/>
                </a:solidFill>
              </a:defRPr>
            </a:pPr>
            <a:r>
              <a:t>Lo que veremos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478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Introducción y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</a:defRPr>
            </a:pPr>
            <a:r>
              <a:t>El estado del sistema M.A.T.E.R.I.A.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478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Arquitectura del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51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</a:defRPr>
            </a:pPr>
            <a:r>
              <a:t>Core autoentrenable, LLM+SNN+SSM+JEPA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478A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Taxonomía de Modelos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29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</a:defRPr>
            </a:pPr>
            <a:r>
              <a:t>.basemateria, .materia, .gguf, .jepa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478A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Catálogo de Modelos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</a:defRPr>
            </a:pPr>
            <a:r>
              <a:t>Modelos base, científicos y especializados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478A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Arquitectura 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834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</a:defRPr>
            </a:pPr>
            <a:r>
              <a:t>GQA, RoPE, SwiGLU, JEPA, Synapsis, HSAQ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478A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Hoja de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</a:defRPr>
            </a:pPr>
            <a:r>
              <a:t>Próximos pasos y plan de acción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478A"/>
                </a:solidFill>
              </a:defRPr>
            </a:pPr>
            <a:r>
              <a:t>1.  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44444"/>
                </a:solidFill>
              </a:defRPr>
            </a:pPr>
            <a:r>
              <a:t>¿Qué es M.A.T.E.R.I.A.?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M.A.T.E.R.I.A. (Multi-Analytical Toroidal Engine for Recursive Intelligent Analysis) es un sistema de IA que integra cuatro paradigmas de modelado:</a:t>
            </a:r>
            <a:br/>
            <a:br/>
            <a:r>
              <a:t>• LLM — Razonamiento textual y comprensión del lenguaje</a:t>
            </a:r>
            <a:br/>
            <a:r>
              <a:t>• SNN — Detección de patrones temporales y eventos</a:t>
            </a:r>
            <a:br/>
            <a:r>
              <a:t>• SSM — Procesamiento de secuencias largas</a:t>
            </a:r>
            <a:br/>
            <a:r>
              <a:t>• JEPA — Predicción en espacio latente sin reconstrucción</a:t>
            </a:r>
            <a:br/>
            <a:br/>
            <a:r>
              <a:t>El núcleo del sistema implementa un motor de autoentrenamiento incremental (Google-Style Self-Training). Los modelos se organizan en .basemateria (base) y .materia (conocimiento adicional).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478A"/>
                </a:solidFill>
              </a:defRPr>
            </a:pPr>
            <a:r>
              <a:t>2.  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4444"/>
                </a:solidFill>
              </a:defRPr>
            </a:pPr>
            <a:r>
              <a:t>Visión General — Cuatro capas jerárquicas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1. Core Autoentrenable</a:t>
            </a:r>
            <a:br/>
            <a:r>
              <a:t>     Google-Style Self-Training</a:t>
            </a:r>
            <a:br/>
            <a:br/>
            <a:r>
              <a:t>2. Arquitecturas Integradas</a:t>
            </a:r>
            <a:br/>
            <a:r>
              <a:t>     LLM + SNN + SSM + JEPA</a:t>
            </a:r>
            <a:br/>
            <a:br/>
            <a:r>
              <a:t>3. Modelos .basemateria</a:t>
            </a:r>
            <a:br/>
            <a:r>
              <a:t>     Base del sistema</a:t>
            </a:r>
            <a:br/>
            <a:br/>
            <a:r>
              <a:t>4. Módulos .materia</a:t>
            </a:r>
            <a:br/>
            <a:r>
              <a:t>     Conocimiento adicional</a:t>
            </a:r>
          </a:p>
        </p:txBody>
      </p:sp>
      <p:pic>
        <p:nvPicPr>
          <p:cNvPr id="6" name="Picture 5" descr="materia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478A"/>
                </a:solidFill>
              </a:defRPr>
            </a:pPr>
            <a:r>
              <a:t>6.  Arquitectura V3 —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7788"/>
                </a:solidFill>
              </a:defRPr>
            </a:pPr>
            <a:r>
              <a:t>10.363.520 parámetros en Python/NumPy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478A"/>
                </a:solidFill>
              </a:defRPr>
            </a:pPr>
            <a:r>
              <a:t>GQA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44"/>
                </a:solidFill>
              </a:defRPr>
            </a:pPr>
            <a:r>
              <a:t>8 query / 4 KV heads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Memoria de KV cache reducida 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478A"/>
                </a:solidFill>
              </a:defRPr>
            </a:pPr>
            <a:r>
              <a:t>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44"/>
                </a:solidFill>
              </a:defRPr>
            </a:pPr>
            <a:r>
              <a:t>Rotary Position 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Codificación posicional rotatoria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478A"/>
                </a:solidFill>
              </a:defRPr>
            </a:pPr>
            <a:r>
              <a:t>SwiGLU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44"/>
                </a:solidFill>
              </a:defRPr>
            </a:pPr>
            <a:r>
              <a:t>Swish-Gated Linear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Activación adaptativa con puerta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478A"/>
                </a:solidFill>
              </a:defRPr>
            </a:pPr>
            <a:r>
              <a:t>JEPA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44"/>
                </a:solidFill>
              </a:defRPr>
            </a:pPr>
            <a:r>
              <a:t>Joint Embedding Predictive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Espacio latente 256 dims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478A"/>
                </a:solidFill>
              </a:defRPr>
            </a:pPr>
            <a:r>
              <a:t>Synapsis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44"/>
                </a:solidFill>
              </a:defRPr>
            </a:pPr>
            <a:r>
              <a:t>1024 slots de memoria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Persistencia entre sesiones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478A"/>
                </a:solidFill>
              </a:defRPr>
            </a:pPr>
            <a:r>
              <a:t>HSAQ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44"/>
                </a:solidFill>
              </a:defRPr>
            </a:pPr>
            <a:r>
              <a:t>Sparse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Umbral 0.01, ~60% menos cómputo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478A"/>
                </a:solidFill>
              </a:defRPr>
            </a:pPr>
            <a:r>
              <a:t>M.A.T.E.R.I.A.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7788"/>
                </a:solidFill>
              </a:defRPr>
            </a:pPr>
            <a:r>
              <a:t>Multi-Analytical Toroidal Engine for Recursive Intelligent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v3.0.0  |  MethodWhite  |  Santiago, Chile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478A"/>
                </a:solidFill>
              </a:defRPr>
            </a:pPr>
            <a:r>
              <a:t>https://materia.dev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